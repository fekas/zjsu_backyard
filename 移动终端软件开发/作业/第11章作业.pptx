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202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67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752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943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8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74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476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31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33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099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D46B9-03D5-4F1A-8CA4-D493DC609633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58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D46B9-03D5-4F1A-8CA4-D493DC609633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0276C-E5A0-4E97-95D1-7327098402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193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11</a:t>
            </a:r>
            <a:r>
              <a:rPr lang="zh-CN" altLang="en-US" dirty="0" smtClean="0"/>
              <a:t>章</a:t>
            </a:r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479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作业请独立完成，项目名和类名中嵌入各人姓名缩写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调用百度地图</a:t>
            </a:r>
            <a:r>
              <a:rPr lang="en-US" altLang="zh-CN" dirty="0" smtClean="0"/>
              <a:t>API,</a:t>
            </a:r>
            <a:r>
              <a:rPr lang="zh-CN" altLang="en-US" dirty="0" smtClean="0"/>
              <a:t>并在地图上实时画出运动轨迹，顶部两个按钮，点</a:t>
            </a:r>
            <a:r>
              <a:rPr lang="en-US" altLang="zh-CN" dirty="0" smtClean="0"/>
              <a:t>【Start】</a:t>
            </a:r>
            <a:r>
              <a:rPr lang="zh-CN" altLang="en-US" dirty="0" smtClean="0"/>
              <a:t>开始画轨迹，点</a:t>
            </a:r>
            <a:r>
              <a:rPr lang="en-US" altLang="zh-CN" dirty="0" smtClean="0"/>
              <a:t>[Stop]</a:t>
            </a:r>
            <a:r>
              <a:rPr lang="zh-CN" altLang="en-US" dirty="0" smtClean="0"/>
              <a:t>停止</a:t>
            </a:r>
            <a:endParaRPr lang="en-US" altLang="zh-CN" dirty="0" smtClean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527" y="3175462"/>
            <a:ext cx="2507197" cy="356646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247260" y="3358497"/>
            <a:ext cx="73066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画线方法</a:t>
            </a:r>
            <a:endParaRPr lang="en-US" altLang="zh-CN" dirty="0" smtClean="0"/>
          </a:p>
          <a:p>
            <a:r>
              <a:rPr lang="en-US" altLang="zh-CN" dirty="0"/>
              <a:t> protected void </a:t>
            </a:r>
            <a:r>
              <a:rPr lang="en-US" altLang="zh-CN" dirty="0" err="1"/>
              <a:t>drawMyRoute</a:t>
            </a:r>
            <a:r>
              <a:rPr lang="en-US" altLang="zh-CN" dirty="0"/>
              <a:t>(List&lt;</a:t>
            </a:r>
            <a:r>
              <a:rPr lang="en-US" altLang="zh-CN" dirty="0" err="1"/>
              <a:t>LatLng</a:t>
            </a:r>
            <a:r>
              <a:rPr lang="en-US" altLang="zh-CN" dirty="0"/>
              <a:t>&gt; </a:t>
            </a:r>
            <a:r>
              <a:rPr lang="en-US" altLang="zh-CN" dirty="0" smtClean="0"/>
              <a:t>points) </a:t>
            </a:r>
            <a:r>
              <a:rPr lang="en-US" altLang="zh-CN" dirty="0"/>
              <a:t>{</a:t>
            </a:r>
          </a:p>
          <a:p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OverlayOptions</a:t>
            </a:r>
            <a:r>
              <a:rPr lang="en-US" altLang="zh-CN" dirty="0"/>
              <a:t> options = new </a:t>
            </a:r>
            <a:r>
              <a:rPr lang="en-US" altLang="zh-CN" dirty="0" err="1"/>
              <a:t>PolylineOptions</a:t>
            </a:r>
            <a:r>
              <a:rPr lang="en-US" altLang="zh-CN" dirty="0"/>
              <a:t>().color(0xAAFF0000)</a:t>
            </a:r>
          </a:p>
          <a:p>
            <a:r>
              <a:rPr lang="en-US" altLang="zh-CN" dirty="0"/>
              <a:t>                .width(10).</a:t>
            </a:r>
            <a:r>
              <a:rPr lang="en-US" altLang="zh-CN" dirty="0" smtClean="0"/>
              <a:t>points(points);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baiduMap.addOverlay</a:t>
            </a:r>
            <a:r>
              <a:rPr lang="en-US" altLang="zh-CN" dirty="0"/>
              <a:t>(options);</a:t>
            </a:r>
          </a:p>
          <a:p>
            <a:r>
              <a:rPr lang="en-US" altLang="zh-CN" dirty="0"/>
              <a:t>    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4005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83</Words>
  <Application>Microsoft Office PowerPoint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Office 主题</vt:lpstr>
      <vt:lpstr>第11章作业</vt:lpstr>
      <vt:lpstr>作业请独立完成，项目名和类名中嵌入各人姓名缩写</vt:lpstr>
    </vt:vector>
  </TitlesOfParts>
  <Company>zjgsu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第5章作业</dc:title>
  <dc:creator>Microsoft 帐户</dc:creator>
  <cp:lastModifiedBy>Microsoft 帐户</cp:lastModifiedBy>
  <cp:revision>32</cp:revision>
  <dcterms:created xsi:type="dcterms:W3CDTF">2017-10-25T03:21:41Z</dcterms:created>
  <dcterms:modified xsi:type="dcterms:W3CDTF">2017-12-07T13:36:47Z</dcterms:modified>
</cp:coreProperties>
</file>