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36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20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67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5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4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8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74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47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31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33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09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58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D46B9-03D5-4F1A-8CA4-D493DC609633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19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/>
              <a:t>6</a:t>
            </a:r>
            <a:r>
              <a:rPr lang="zh-CN" altLang="en-US"/>
              <a:t>章</a:t>
            </a:r>
            <a:r>
              <a:rPr lang="zh-CN" altLang="en-US" dirty="0"/>
              <a:t>作业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47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作业请独立完成，项目名和类名中嵌入各人姓名缩写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5113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创建一个工程，工程中包含一个</a:t>
            </a:r>
            <a:r>
              <a:rPr lang="en-US" altLang="zh-CN" dirty="0" err="1"/>
              <a:t>BasicActivity</a:t>
            </a:r>
            <a:r>
              <a:rPr lang="zh-CN" altLang="en-US" dirty="0"/>
              <a:t>， 在</a:t>
            </a:r>
            <a:r>
              <a:rPr lang="en-US" altLang="zh-CN" dirty="0" err="1"/>
              <a:t>BasicActivity</a:t>
            </a:r>
            <a:r>
              <a:rPr lang="zh-CN" altLang="en-US" dirty="0"/>
              <a:t>的</a:t>
            </a:r>
            <a:r>
              <a:rPr lang="en-US" altLang="zh-CN" dirty="0" err="1"/>
              <a:t>OptionMenu</a:t>
            </a:r>
            <a:r>
              <a:rPr lang="zh-CN" altLang="en-US" dirty="0"/>
              <a:t>中添加三个</a:t>
            </a:r>
            <a:r>
              <a:rPr lang="en-US" altLang="zh-CN" dirty="0"/>
              <a:t>Item:”</a:t>
            </a:r>
            <a:r>
              <a:rPr lang="zh-CN" altLang="en-US" dirty="0"/>
              <a:t>发送标准广播</a:t>
            </a:r>
            <a:r>
              <a:rPr lang="en-US" altLang="zh-CN" dirty="0"/>
              <a:t>”</a:t>
            </a:r>
            <a:r>
              <a:rPr lang="zh-CN" altLang="en-US" dirty="0"/>
              <a:t>和</a:t>
            </a:r>
            <a:r>
              <a:rPr lang="en-US" altLang="zh-CN" dirty="0"/>
              <a:t>”</a:t>
            </a:r>
            <a:r>
              <a:rPr lang="zh-CN" altLang="en-US" dirty="0"/>
              <a:t>发送有序广播</a:t>
            </a:r>
            <a:r>
              <a:rPr lang="en-US" altLang="zh-CN" dirty="0"/>
              <a:t>”</a:t>
            </a:r>
            <a:r>
              <a:rPr lang="zh-CN" altLang="en-US" dirty="0"/>
              <a:t>，“截断的有序广播”点击它们分别发送标准广播和有序广播；</a:t>
            </a:r>
            <a:endParaRPr lang="en-US" altLang="zh-CN" dirty="0"/>
          </a:p>
          <a:p>
            <a:r>
              <a:rPr lang="zh-CN" altLang="en-US" dirty="0"/>
              <a:t>工程中实现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 err="1"/>
              <a:t>BroadReceiver</a:t>
            </a:r>
            <a:r>
              <a:rPr lang="zh-CN" altLang="en-US" dirty="0"/>
              <a:t>，</a:t>
            </a:r>
            <a:r>
              <a:rPr lang="en-US" altLang="zh-CN" dirty="0"/>
              <a:t>BroadReceiver1</a:t>
            </a:r>
            <a:r>
              <a:rPr lang="zh-CN" altLang="en-US" dirty="0"/>
              <a:t>和</a:t>
            </a:r>
            <a:r>
              <a:rPr lang="en-US" altLang="zh-CN" dirty="0">
                <a:effectLst/>
              </a:rPr>
              <a:t>BroadReceiver2</a:t>
            </a:r>
            <a:r>
              <a:rPr lang="zh-CN" altLang="en-US" dirty="0">
                <a:effectLst/>
              </a:rPr>
              <a:t>可接收标准广播，收到标准广播后</a:t>
            </a:r>
            <a:r>
              <a:rPr lang="en-US" altLang="zh-CN" dirty="0"/>
              <a:t>BroadReceiver1</a:t>
            </a:r>
            <a:r>
              <a:rPr lang="zh-CN" altLang="en-US" dirty="0">
                <a:effectLst/>
              </a:rPr>
              <a:t>用</a:t>
            </a:r>
            <a:r>
              <a:rPr lang="en-US" altLang="zh-CN" dirty="0">
                <a:effectLst/>
              </a:rPr>
              <a:t>Toast</a:t>
            </a:r>
            <a:r>
              <a:rPr lang="zh-CN" altLang="en-US" dirty="0">
                <a:effectLst/>
              </a:rPr>
              <a:t>提示收到广播的信息：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“</a:t>
            </a:r>
            <a:r>
              <a:rPr lang="zh-CN" altLang="en-US" dirty="0"/>
              <a:t>自定义的广播接受者</a:t>
            </a:r>
            <a:r>
              <a:rPr lang="en-US" altLang="zh-CN" dirty="0"/>
              <a:t>01</a:t>
            </a:r>
            <a:r>
              <a:rPr lang="zh-CN" altLang="en-US" dirty="0"/>
              <a:t>，接受到了标准广播事件</a:t>
            </a:r>
            <a:r>
              <a:rPr lang="en-US" altLang="zh-CN" dirty="0"/>
              <a:t>");</a:t>
            </a:r>
          </a:p>
          <a:p>
            <a:r>
              <a:rPr lang="en-US" altLang="zh-CN" dirty="0"/>
              <a:t>BroadReceiver2</a:t>
            </a:r>
            <a:r>
              <a:rPr lang="zh-CN" altLang="en-US" dirty="0"/>
              <a:t>弹出</a:t>
            </a:r>
            <a:r>
              <a:rPr lang="en-US" altLang="zh-CN" dirty="0" err="1"/>
              <a:t>alertdialog</a:t>
            </a:r>
            <a:r>
              <a:rPr lang="zh-CN" altLang="en-US" dirty="0"/>
              <a:t>提示收到广播的信息：</a:t>
            </a:r>
          </a:p>
          <a:p>
            <a:pPr marL="0" indent="0">
              <a:buNone/>
            </a:pPr>
            <a:r>
              <a:rPr lang="en-US" altLang="zh-CN" dirty="0"/>
              <a:t>    “</a:t>
            </a:r>
            <a:r>
              <a:rPr lang="zh-CN" altLang="en-US" dirty="0"/>
              <a:t>自定义的广播接受者</a:t>
            </a:r>
            <a:r>
              <a:rPr lang="en-US" altLang="zh-CN" dirty="0"/>
              <a:t>02</a:t>
            </a:r>
            <a:r>
              <a:rPr lang="zh-CN" altLang="en-US" dirty="0"/>
              <a:t>，接受到了标准广播事件</a:t>
            </a:r>
            <a:r>
              <a:rPr lang="en-US" altLang="zh-CN" dirty="0"/>
              <a:t>");</a:t>
            </a:r>
          </a:p>
          <a:p>
            <a:pPr marL="0" indent="0">
              <a:buNone/>
            </a:pPr>
            <a:r>
              <a:rPr lang="en-US" altLang="zh-CN" dirty="0"/>
              <a:t>BroadReceiver3</a:t>
            </a:r>
            <a:r>
              <a:rPr lang="zh-CN" altLang="en-US" dirty="0"/>
              <a:t>和</a:t>
            </a:r>
            <a:r>
              <a:rPr lang="en-US" altLang="zh-CN" dirty="0"/>
              <a:t>BroadReceiver4</a:t>
            </a:r>
            <a:r>
              <a:rPr lang="zh-CN" altLang="en-US" dirty="0"/>
              <a:t>可接收有序广播，</a:t>
            </a:r>
            <a:r>
              <a:rPr lang="en-US" altLang="zh-CN" dirty="0"/>
              <a:t>BroadReceiver3</a:t>
            </a:r>
            <a:r>
              <a:rPr lang="zh-CN" altLang="en-US" dirty="0"/>
              <a:t>有较高优先级并用</a:t>
            </a:r>
            <a:r>
              <a:rPr lang="en-US" altLang="zh-CN" dirty="0"/>
              <a:t>Toast</a:t>
            </a:r>
            <a:r>
              <a:rPr lang="zh-CN" altLang="en-US" dirty="0"/>
              <a:t>提示收到广播的信息，</a:t>
            </a:r>
            <a:r>
              <a:rPr lang="en-US" altLang="zh-CN" dirty="0"/>
              <a:t>BroadReceiver4</a:t>
            </a:r>
            <a:r>
              <a:rPr lang="zh-CN" altLang="en-US" dirty="0"/>
              <a:t>收到广播后</a:t>
            </a:r>
            <a:r>
              <a:rPr lang="en-US" altLang="zh-CN" dirty="0" err="1"/>
              <a:t>alertdialog</a:t>
            </a:r>
            <a:r>
              <a:rPr lang="zh-CN" altLang="en-US" dirty="0"/>
              <a:t>提示输出信息；如果发送的是“截断的有序广播”，</a:t>
            </a:r>
            <a:r>
              <a:rPr lang="en-US" altLang="zh-CN" dirty="0"/>
              <a:t>BroadReceiver3</a:t>
            </a:r>
            <a:r>
              <a:rPr lang="zh-CN" altLang="en-US" dirty="0"/>
              <a:t>收到后截断广播，</a:t>
            </a:r>
            <a:r>
              <a:rPr lang="en-US" altLang="zh-CN" dirty="0"/>
              <a:t>BroadReceiver4</a:t>
            </a:r>
            <a:r>
              <a:rPr lang="zh-CN" altLang="en-US" dirty="0"/>
              <a:t>将无法收到广播。</a:t>
            </a:r>
          </a:p>
        </p:txBody>
      </p:sp>
    </p:spTree>
    <p:extLst>
      <p:ext uri="{BB962C8B-B14F-4D97-AF65-F5344CB8AC3E}">
        <p14:creationId xmlns:p14="http://schemas.microsoft.com/office/powerpoint/2010/main" val="2454005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188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</vt:lpstr>
      <vt:lpstr>第6章作业</vt:lpstr>
      <vt:lpstr>作业请独立完成，项目名和类名中嵌入各人姓名缩写</vt:lpstr>
    </vt:vector>
  </TitlesOfParts>
  <Company>zjgsu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第5章作业</dc:title>
  <dc:creator>Microsoft 帐户</dc:creator>
  <cp:lastModifiedBy>zlq_26@163.com</cp:lastModifiedBy>
  <cp:revision>8</cp:revision>
  <dcterms:created xsi:type="dcterms:W3CDTF">2017-10-25T03:21:41Z</dcterms:created>
  <dcterms:modified xsi:type="dcterms:W3CDTF">2020-03-19T06:58:49Z</dcterms:modified>
</cp:coreProperties>
</file>