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Fri/2019/4/19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202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Fri/2019/4/19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67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Fri/2019/4/19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752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Fri/2019/4/19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943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Fri/2019/4/19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8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Fri/2019/4/19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74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Fri/2019/4/19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476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Fri/2019/4/19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31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Fri/2019/4/19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33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Fri/2019/4/19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099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Fri/2019/4/19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58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D46B9-03D5-4F1A-8CA4-D493DC609633}" type="datetimeFigureOut">
              <a:rPr lang="zh-CN" altLang="en-US" smtClean="0"/>
              <a:t>Fri/2019/4/19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193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8</a:t>
            </a:r>
            <a:r>
              <a:rPr lang="zh-CN" altLang="en-US" dirty="0" smtClean="0"/>
              <a:t>章作业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479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作业请独立完成，项目名和类名中嵌入各人姓名缩写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创建一个工程，实现多媒体播放器功能，工程中包含一个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，活动中包含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个按钮</a:t>
            </a:r>
            <a:r>
              <a:rPr lang="en-US" altLang="zh-CN" dirty="0" smtClean="0"/>
              <a:t>,</a:t>
            </a:r>
            <a:r>
              <a:rPr lang="zh-CN" altLang="en-US" dirty="0" smtClean="0"/>
              <a:t> 点第一个按钮在设备中选择文件，程序根据打开文件的扩展名判断文件类型，如图</a:t>
            </a:r>
            <a:r>
              <a:rPr lang="en-US" altLang="zh-CN" dirty="0" smtClean="0"/>
              <a:t>1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如果选中的文件为图像则显示在同一个活动中，如图</a:t>
            </a:r>
            <a:r>
              <a:rPr lang="en-US" altLang="zh-CN" dirty="0" smtClean="0"/>
              <a:t>2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en-US" dirty="0" smtClean="0"/>
              <a:t>如果打开的</a:t>
            </a:r>
            <a:r>
              <a:rPr lang="zh-CN" altLang="en-US" dirty="0" smtClean="0"/>
              <a:t>为音频或视频</a:t>
            </a:r>
            <a:r>
              <a:rPr lang="zh-CN" altLang="en-US" dirty="0" smtClean="0"/>
              <a:t>文件，各用三个按钮</a:t>
            </a:r>
            <a:r>
              <a:rPr lang="zh-CN" altLang="en-US" dirty="0" smtClean="0"/>
              <a:t>控制音视频</a:t>
            </a:r>
            <a:r>
              <a:rPr lang="zh-CN" altLang="en-US" dirty="0" smtClean="0"/>
              <a:t>的播放、暂停和重放。</a:t>
            </a:r>
            <a:endParaRPr lang="en-US" altLang="zh-CN" dirty="0" smtClean="0"/>
          </a:p>
          <a:p>
            <a:r>
              <a:rPr lang="zh-CN" altLang="en-US" dirty="0" smtClean="0"/>
              <a:t>视频在同一窗口中播放，如图</a:t>
            </a:r>
            <a:r>
              <a:rPr lang="en-US" altLang="zh-CN" dirty="0" smtClean="0"/>
              <a:t>3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提示：在同一窗口中显示图像或视频可用</a:t>
            </a:r>
            <a:r>
              <a:rPr lang="en-US" altLang="zh-CN" dirty="0" err="1" smtClean="0"/>
              <a:t>FrameLayout</a:t>
            </a:r>
            <a:r>
              <a:rPr lang="zh-CN" altLang="en-US" dirty="0" smtClean="0"/>
              <a:t>；</a:t>
            </a:r>
            <a:r>
              <a:rPr lang="en-US" altLang="zh-CN" dirty="0" err="1" smtClean="0"/>
              <a:t>setType</a:t>
            </a:r>
            <a:r>
              <a:rPr lang="en-US" altLang="zh-CN" dirty="0" smtClean="0"/>
              <a:t>(“*/*”)</a:t>
            </a:r>
            <a:r>
              <a:rPr lang="zh-CN" altLang="en-US" dirty="0" smtClean="0"/>
              <a:t>可选择任意文件类型</a:t>
            </a:r>
            <a:r>
              <a:rPr lang="en-US" altLang="zh-CN" dirty="0" smtClean="0"/>
              <a:t>; </a:t>
            </a:r>
            <a:r>
              <a:rPr lang="zh-CN" altLang="en-US" dirty="0" smtClean="0"/>
              <a:t>提取文件扩展名：</a:t>
            </a:r>
            <a:r>
              <a:rPr lang="en-US" altLang="zh-CN" dirty="0"/>
              <a:t> 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/>
              <a:t>lastDot</a:t>
            </a:r>
            <a:r>
              <a:rPr lang="en-US" altLang="zh-CN" dirty="0"/>
              <a:t> = </a:t>
            </a:r>
            <a:r>
              <a:rPr lang="en-US" altLang="zh-CN" dirty="0" err="1"/>
              <a:t>imagePath.lastIndexOf</a:t>
            </a:r>
            <a:r>
              <a:rPr lang="en-US" altLang="zh-CN" dirty="0"/>
              <a:t>(".");</a:t>
            </a:r>
          </a:p>
          <a:p>
            <a:pPr marL="457200" lvl="1" indent="0">
              <a:buNone/>
            </a:pPr>
            <a:r>
              <a:rPr lang="en-US" altLang="zh-CN" dirty="0" smtClean="0"/>
              <a:t>String </a:t>
            </a:r>
            <a:r>
              <a:rPr lang="en-US" altLang="zh-CN" dirty="0" err="1"/>
              <a:t>extention</a:t>
            </a:r>
            <a:r>
              <a:rPr lang="en-US" altLang="zh-CN" dirty="0"/>
              <a:t>=</a:t>
            </a:r>
            <a:r>
              <a:rPr lang="en-US" altLang="zh-CN" dirty="0" err="1"/>
              <a:t>imagePath.substring</a:t>
            </a:r>
            <a:r>
              <a:rPr lang="en-US" altLang="zh-CN" dirty="0"/>
              <a:t>(lastDot+1).</a:t>
            </a:r>
            <a:r>
              <a:rPr lang="en-US" altLang="zh-CN" dirty="0" err="1"/>
              <a:t>toUpperCase</a:t>
            </a:r>
            <a:r>
              <a:rPr lang="en-US" altLang="zh-CN" dirty="0"/>
              <a:t>();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45400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042446" y="4932786"/>
            <a:ext cx="52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5084394" y="4563454"/>
            <a:ext cx="598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316914" y="4378788"/>
            <a:ext cx="85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99" y="786888"/>
            <a:ext cx="2568163" cy="3284505"/>
          </a:xfrm>
          <a:prstGeom prst="rect">
            <a:avLst/>
          </a:prstGeom>
        </p:spPr>
      </p:pic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795" y="786888"/>
            <a:ext cx="2507197" cy="3810330"/>
          </a:xfrm>
          <a:prstGeom prst="rect">
            <a:avLst/>
          </a:prstGeom>
        </p:spPr>
      </p:pic>
      <p:pic>
        <p:nvPicPr>
          <p:cNvPr id="6" name="图片 5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110" y="786888"/>
            <a:ext cx="2575783" cy="347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7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162</Words>
  <Application>Microsoft Office PowerPoint</Application>
  <PresentationFormat>宽屏</PresentationFormat>
  <Paragraphs>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Office 主题</vt:lpstr>
      <vt:lpstr>第8章作业</vt:lpstr>
      <vt:lpstr>作业请独立完成，项目名和类名中嵌入各人姓名缩写</vt:lpstr>
      <vt:lpstr>PowerPoint 演示文稿</vt:lpstr>
    </vt:vector>
  </TitlesOfParts>
  <Company>zjgsu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第5章作业</dc:title>
  <dc:creator>Microsoft 帐户</dc:creator>
  <cp:lastModifiedBy>Administrator</cp:lastModifiedBy>
  <cp:revision>26</cp:revision>
  <dcterms:created xsi:type="dcterms:W3CDTF">2017-10-25T03:21:41Z</dcterms:created>
  <dcterms:modified xsi:type="dcterms:W3CDTF">2019-04-19T08:45:23Z</dcterms:modified>
</cp:coreProperties>
</file>