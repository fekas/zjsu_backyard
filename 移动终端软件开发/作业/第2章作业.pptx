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2" autoAdjust="0"/>
    <p:restoredTop sz="94660"/>
  </p:normalViewPr>
  <p:slideViewPr>
    <p:cSldViewPr snapToGrid="0">
      <p:cViewPr varScale="1">
        <p:scale>
          <a:sx n="58" d="100"/>
          <a:sy n="58" d="100"/>
        </p:scale>
        <p:origin x="27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7B8D9-A1D5-4345-92BF-4E05C1FE8E31}" type="datetimeFigureOut">
              <a:rPr lang="zh-CN" altLang="en-US" smtClean="0"/>
              <a:t>2020/3/2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8E716-21F4-4B04-AE71-54CC23D802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061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7B8D9-A1D5-4345-92BF-4E05C1FE8E31}" type="datetimeFigureOut">
              <a:rPr lang="zh-CN" altLang="en-US" smtClean="0"/>
              <a:t>2020/3/2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8E716-21F4-4B04-AE71-54CC23D802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7545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7B8D9-A1D5-4345-92BF-4E05C1FE8E31}" type="datetimeFigureOut">
              <a:rPr lang="zh-CN" altLang="en-US" smtClean="0"/>
              <a:t>2020/3/2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8E716-21F4-4B04-AE71-54CC23D802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5690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7B8D9-A1D5-4345-92BF-4E05C1FE8E31}" type="datetimeFigureOut">
              <a:rPr lang="zh-CN" altLang="en-US" smtClean="0"/>
              <a:t>2020/3/2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8E716-21F4-4B04-AE71-54CC23D802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637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7B8D9-A1D5-4345-92BF-4E05C1FE8E31}" type="datetimeFigureOut">
              <a:rPr lang="zh-CN" altLang="en-US" smtClean="0"/>
              <a:t>2020/3/2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8E716-21F4-4B04-AE71-54CC23D802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3947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7B8D9-A1D5-4345-92BF-4E05C1FE8E31}" type="datetimeFigureOut">
              <a:rPr lang="zh-CN" altLang="en-US" smtClean="0"/>
              <a:t>2020/3/2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8E716-21F4-4B04-AE71-54CC23D802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6747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7B8D9-A1D5-4345-92BF-4E05C1FE8E31}" type="datetimeFigureOut">
              <a:rPr lang="zh-CN" altLang="en-US" smtClean="0"/>
              <a:t>2020/3/2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8E716-21F4-4B04-AE71-54CC23D802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3701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7B8D9-A1D5-4345-92BF-4E05C1FE8E31}" type="datetimeFigureOut">
              <a:rPr lang="zh-CN" altLang="en-US" smtClean="0"/>
              <a:t>2020/3/2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8E716-21F4-4B04-AE71-54CC23D802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2431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7B8D9-A1D5-4345-92BF-4E05C1FE8E31}" type="datetimeFigureOut">
              <a:rPr lang="zh-CN" altLang="en-US" smtClean="0"/>
              <a:t>2020/3/2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8E716-21F4-4B04-AE71-54CC23D802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7464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7B8D9-A1D5-4345-92BF-4E05C1FE8E31}" type="datetimeFigureOut">
              <a:rPr lang="zh-CN" altLang="en-US" smtClean="0"/>
              <a:t>2020/3/2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8E716-21F4-4B04-AE71-54CC23D802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595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7B8D9-A1D5-4345-92BF-4E05C1FE8E31}" type="datetimeFigureOut">
              <a:rPr lang="zh-CN" altLang="en-US" smtClean="0"/>
              <a:t>2020/3/2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8E716-21F4-4B04-AE71-54CC23D802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1948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C7B8D9-A1D5-4345-92BF-4E05C1FE8E31}" type="datetimeFigureOut">
              <a:rPr lang="zh-CN" altLang="en-US" smtClean="0"/>
              <a:t>2020/3/2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D8E716-21F4-4B04-AE71-54CC23D802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6081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第二章作业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4546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作业请独立完成，项目名和类名中嵌入各人姓名缩写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创建一个</a:t>
            </a:r>
            <a:r>
              <a:rPr lang="en-US" altLang="zh-CN" dirty="0"/>
              <a:t>android</a:t>
            </a:r>
            <a:r>
              <a:rPr lang="zh-CN" altLang="en-US" dirty="0"/>
              <a:t>工程，在工程中创建三个活动，主活动界面上有一个</a:t>
            </a:r>
            <a:r>
              <a:rPr lang="en-US" altLang="zh-CN" dirty="0" err="1"/>
              <a:t>TextView</a:t>
            </a:r>
            <a:r>
              <a:rPr lang="en-US" altLang="zh-CN" dirty="0"/>
              <a:t>, </a:t>
            </a:r>
            <a:r>
              <a:rPr lang="zh-CN" altLang="en-US" dirty="0"/>
              <a:t>两个按钮，点击第一个按钮进入活动</a:t>
            </a:r>
            <a:r>
              <a:rPr lang="en-US" altLang="zh-CN" dirty="0"/>
              <a:t>2</a:t>
            </a:r>
            <a:r>
              <a:rPr lang="zh-CN" altLang="en-US" dirty="0"/>
              <a:t>，活动</a:t>
            </a:r>
            <a:r>
              <a:rPr lang="en-US" altLang="zh-CN" dirty="0"/>
              <a:t>2</a:t>
            </a:r>
            <a:r>
              <a:rPr lang="zh-CN" altLang="en-US" dirty="0"/>
              <a:t>有一个按钮，从活动</a:t>
            </a:r>
            <a:r>
              <a:rPr lang="en-US" altLang="zh-CN" dirty="0"/>
              <a:t>1</a:t>
            </a:r>
            <a:r>
              <a:rPr lang="zh-CN" altLang="en-US" dirty="0"/>
              <a:t>跳转到活动</a:t>
            </a:r>
            <a:r>
              <a:rPr lang="en-US" altLang="zh-CN" dirty="0"/>
              <a:t>2</a:t>
            </a:r>
            <a:r>
              <a:rPr lang="zh-CN" altLang="en-US" dirty="0"/>
              <a:t>时把第一个活动的</a:t>
            </a:r>
            <a:r>
              <a:rPr lang="en-US" altLang="zh-CN" dirty="0" err="1"/>
              <a:t>TextView</a:t>
            </a:r>
            <a:r>
              <a:rPr lang="zh-CN" altLang="en-US" dirty="0"/>
              <a:t>中的内容作为参数传递给活动</a:t>
            </a:r>
            <a:r>
              <a:rPr lang="en-US" altLang="zh-CN" dirty="0"/>
              <a:t>2</a:t>
            </a:r>
            <a:r>
              <a:rPr lang="zh-CN" altLang="en-US" dirty="0"/>
              <a:t>，点击活动</a:t>
            </a:r>
            <a:r>
              <a:rPr lang="en-US" altLang="zh-CN" dirty="0"/>
              <a:t>2</a:t>
            </a:r>
            <a:r>
              <a:rPr lang="zh-CN" altLang="en-US" dirty="0"/>
              <a:t>弹出对话框，在对话框中显示传递进来的字符串；</a:t>
            </a:r>
            <a:endParaRPr lang="en-US" altLang="zh-CN" dirty="0"/>
          </a:p>
          <a:p>
            <a:r>
              <a:rPr lang="zh-CN" altLang="en-US" dirty="0"/>
              <a:t>点击活动</a:t>
            </a:r>
            <a:r>
              <a:rPr lang="en-US" altLang="zh-CN" dirty="0"/>
              <a:t>1</a:t>
            </a:r>
            <a:r>
              <a:rPr lang="zh-CN" altLang="en-US" dirty="0"/>
              <a:t>的第二个按钮进入活动</a:t>
            </a:r>
            <a:r>
              <a:rPr lang="en-US" altLang="zh-CN" dirty="0"/>
              <a:t>3</a:t>
            </a:r>
            <a:r>
              <a:rPr lang="zh-CN" altLang="en-US" dirty="0"/>
              <a:t>，活动</a:t>
            </a:r>
            <a:r>
              <a:rPr lang="en-US" altLang="zh-CN" dirty="0"/>
              <a:t>3</a:t>
            </a:r>
            <a:r>
              <a:rPr lang="zh-CN" altLang="en-US" dirty="0"/>
              <a:t>有一个</a:t>
            </a:r>
            <a:r>
              <a:rPr lang="en-US" altLang="zh-CN" dirty="0" err="1"/>
              <a:t>TextView</a:t>
            </a:r>
            <a:r>
              <a:rPr lang="zh-CN" altLang="en-US" dirty="0"/>
              <a:t>和一个按钮，点击按钮返回活动</a:t>
            </a:r>
            <a:r>
              <a:rPr lang="en-US" altLang="zh-CN" dirty="0"/>
              <a:t>1</a:t>
            </a:r>
            <a:r>
              <a:rPr lang="zh-CN" altLang="en-US" dirty="0"/>
              <a:t>，并且将活动</a:t>
            </a:r>
            <a:r>
              <a:rPr lang="en-US" altLang="zh-CN" dirty="0"/>
              <a:t>3 </a:t>
            </a:r>
            <a:r>
              <a:rPr lang="zh-CN" altLang="en-US" dirty="0"/>
              <a:t>的</a:t>
            </a:r>
            <a:r>
              <a:rPr lang="en-US" altLang="zh-CN" dirty="0" err="1"/>
              <a:t>TextView</a:t>
            </a:r>
            <a:r>
              <a:rPr lang="zh-CN" altLang="en-US" dirty="0"/>
              <a:t>中的内容带回到活动</a:t>
            </a:r>
            <a:r>
              <a:rPr lang="en-US" altLang="zh-CN" dirty="0"/>
              <a:t>1</a:t>
            </a:r>
            <a:r>
              <a:rPr lang="zh-CN" altLang="en-US" dirty="0"/>
              <a:t>中用</a:t>
            </a:r>
            <a:r>
              <a:rPr lang="en-US" altLang="zh-CN" dirty="0"/>
              <a:t>Toast</a:t>
            </a:r>
            <a:r>
              <a:rPr lang="zh-CN" altLang="en-US" dirty="0"/>
              <a:t>显示；</a:t>
            </a:r>
            <a:endParaRPr lang="en-US" altLang="zh-CN" dirty="0"/>
          </a:p>
          <a:p>
            <a:r>
              <a:rPr lang="zh-CN" altLang="en-US" dirty="0"/>
              <a:t>工程中既有显式</a:t>
            </a:r>
            <a:r>
              <a:rPr lang="en-US" altLang="zh-CN" dirty="0"/>
              <a:t>Intent,</a:t>
            </a:r>
            <a:r>
              <a:rPr lang="zh-CN" altLang="en-US" dirty="0"/>
              <a:t>也有隐式</a:t>
            </a:r>
            <a:r>
              <a:rPr lang="en-US" altLang="zh-CN" dirty="0"/>
              <a:t>Intent</a:t>
            </a:r>
          </a:p>
        </p:txBody>
      </p:sp>
    </p:spTree>
    <p:extLst>
      <p:ext uri="{BB962C8B-B14F-4D97-AF65-F5344CB8AC3E}">
        <p14:creationId xmlns:p14="http://schemas.microsoft.com/office/powerpoint/2010/main" val="2087559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159</Words>
  <Application>Microsoft Office PowerPoint</Application>
  <PresentationFormat>宽屏</PresentationFormat>
  <Paragraphs>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主题</vt:lpstr>
      <vt:lpstr>第二章作业</vt:lpstr>
      <vt:lpstr>作业请独立完成，项目名和类名中嵌入各人姓名缩写</vt:lpstr>
    </vt:vector>
  </TitlesOfParts>
  <Company>zjgsu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第二章作业</dc:title>
  <dc:creator>Microsoft 帐户</dc:creator>
  <cp:lastModifiedBy>zlq_26@163.com</cp:lastModifiedBy>
  <cp:revision>6</cp:revision>
  <dcterms:created xsi:type="dcterms:W3CDTF">2017-09-27T08:36:12Z</dcterms:created>
  <dcterms:modified xsi:type="dcterms:W3CDTF">2020-03-02T08:36:41Z</dcterms:modified>
</cp:coreProperties>
</file>