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7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582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116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92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25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822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03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6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45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69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16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25B47-74B9-4B6D-B918-8A9777BD006E}" type="datetimeFigureOut">
              <a:rPr lang="zh-CN" altLang="en-US" smtClean="0"/>
              <a:t>2017/10/18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0FFA5-B9CD-44FD-8090-064775FDEE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31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第四章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6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作业请独立完成，项目名和类名中嵌入各人姓名缩写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新建一个项目，项目中</a:t>
            </a:r>
            <a:r>
              <a:rPr lang="zh-CN" altLang="en-US" dirty="0" smtClean="0"/>
              <a:t>包含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第一</a:t>
            </a:r>
            <a:r>
              <a:rPr lang="zh-CN" altLang="en-US" dirty="0" smtClean="0"/>
              <a:t>个</a:t>
            </a:r>
            <a:r>
              <a:rPr lang="en-US" altLang="zh-CN" dirty="0"/>
              <a:t>Fragment</a:t>
            </a:r>
            <a:r>
              <a:rPr lang="zh-CN" altLang="en-US" dirty="0" smtClean="0"/>
              <a:t>包含</a:t>
            </a:r>
            <a:r>
              <a:rPr lang="zh-CN" altLang="en-US" dirty="0"/>
              <a:t>一个</a:t>
            </a:r>
            <a:r>
              <a:rPr lang="en-US" altLang="zh-CN" dirty="0" err="1" smtClean="0"/>
              <a:t>ListView</a:t>
            </a:r>
            <a:r>
              <a:rPr lang="zh-CN" altLang="en-US" dirty="0" smtClean="0"/>
              <a:t>（或</a:t>
            </a:r>
            <a:r>
              <a:rPr lang="en-US" altLang="zh-CN" dirty="0" err="1" smtClean="0"/>
              <a:t>RecyclerView</a:t>
            </a:r>
            <a:r>
              <a:rPr lang="en-US" altLang="zh-CN" dirty="0" smtClean="0"/>
              <a:t>),</a:t>
            </a:r>
            <a:r>
              <a:rPr lang="zh-CN" altLang="en-US" dirty="0" smtClean="0"/>
              <a:t>每个</a:t>
            </a:r>
            <a:r>
              <a:rPr lang="en-US" altLang="zh-CN" dirty="0" smtClean="0"/>
              <a:t>item</a:t>
            </a:r>
            <a:r>
              <a:rPr lang="zh-CN" altLang="en-US" dirty="0" smtClean="0"/>
              <a:t>的界面为左侧一个水果图像，右侧显示水果名称和单价，点击任一</a:t>
            </a:r>
            <a:r>
              <a:rPr lang="en-US" altLang="zh-CN" dirty="0" smtClean="0"/>
              <a:t>item</a:t>
            </a:r>
            <a:r>
              <a:rPr lang="zh-CN" altLang="en-US" dirty="0" smtClean="0"/>
              <a:t>可显示第二个</a:t>
            </a:r>
            <a:r>
              <a:rPr lang="en-US" altLang="zh-CN" dirty="0" smtClean="0"/>
              <a:t>Fragment,</a:t>
            </a:r>
            <a:r>
              <a:rPr lang="zh-CN" altLang="en-US" dirty="0" smtClean="0"/>
              <a:t>如图</a:t>
            </a:r>
            <a:r>
              <a:rPr lang="en-US" altLang="zh-CN" dirty="0" smtClean="0"/>
              <a:t>1a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 smtClean="0"/>
              <a:t>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界面如图</a:t>
            </a:r>
            <a:r>
              <a:rPr lang="en-US" altLang="zh-CN" dirty="0" smtClean="0"/>
              <a:t>1b</a:t>
            </a:r>
            <a:r>
              <a:rPr lang="zh-CN" altLang="en-US" dirty="0" smtClean="0"/>
              <a:t>所示，点击其中的“</a:t>
            </a:r>
            <a:r>
              <a:rPr lang="en-US" altLang="zh-CN" dirty="0" smtClean="0"/>
              <a:t>+</a:t>
            </a:r>
            <a:r>
              <a:rPr lang="zh-CN" altLang="en-US" dirty="0" smtClean="0"/>
              <a:t>”，“</a:t>
            </a:r>
            <a:r>
              <a:rPr lang="en-US" altLang="zh-CN" dirty="0" smtClean="0"/>
              <a:t>-</a:t>
            </a:r>
            <a:r>
              <a:rPr lang="zh-CN" altLang="en-US" dirty="0" smtClean="0"/>
              <a:t>“键可更改订单数量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程序根据使用设备的屏幕大小自动排列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</a:t>
            </a:r>
            <a:r>
              <a:rPr lang="en-US" altLang="zh-CN" dirty="0" smtClean="0"/>
              <a:t>Fragment,</a:t>
            </a:r>
            <a:r>
              <a:rPr lang="zh-CN" altLang="en-US" dirty="0" smtClean="0"/>
              <a:t>如果是手机则把第一个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置于第一个</a:t>
            </a:r>
            <a:r>
              <a:rPr lang="en-US" altLang="zh-CN" dirty="0" smtClean="0"/>
              <a:t>Activity, </a:t>
            </a:r>
            <a:r>
              <a:rPr lang="zh-CN" altLang="en-US" dirty="0" smtClean="0"/>
              <a:t>第二个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置于第二个</a:t>
            </a:r>
            <a:r>
              <a:rPr lang="en-US" altLang="zh-CN" dirty="0" smtClean="0"/>
              <a:t>Activity, </a:t>
            </a:r>
            <a:r>
              <a:rPr lang="zh-CN" altLang="en-US" dirty="0" smtClean="0"/>
              <a:t>点击</a:t>
            </a:r>
            <a:r>
              <a:rPr lang="en-US" altLang="zh-CN" dirty="0" smtClean="0"/>
              <a:t>item</a:t>
            </a:r>
            <a:r>
              <a:rPr lang="zh-CN" altLang="en-US" dirty="0" smtClean="0"/>
              <a:t>从第一个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跳转到第二个</a:t>
            </a:r>
            <a:r>
              <a:rPr lang="en-US" altLang="zh-CN" dirty="0" smtClean="0"/>
              <a:t>Activity;</a:t>
            </a:r>
            <a:r>
              <a:rPr lang="zh-CN" altLang="en-US" dirty="0" smtClean="0"/>
              <a:t>如果是平板，则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置于同一个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中，第一个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在左，第二个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在右，第二个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中的内容随所选</a:t>
            </a:r>
            <a:r>
              <a:rPr lang="en-US" altLang="zh-CN" dirty="0" smtClean="0"/>
              <a:t>item</a:t>
            </a:r>
            <a:r>
              <a:rPr lang="zh-CN" altLang="en-US" dirty="0" smtClean="0"/>
              <a:t>的变化而变化。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319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57" y="798696"/>
            <a:ext cx="2545301" cy="361981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38172" y="5178751"/>
            <a:ext cx="228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Fig.1     </a:t>
            </a:r>
            <a:r>
              <a:rPr lang="zh-CN" altLang="en-US" dirty="0" smtClean="0"/>
              <a:t>手机效果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716850" y="5939325"/>
            <a:ext cx="270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Fig.2 </a:t>
            </a:r>
            <a:r>
              <a:rPr lang="zh-CN" altLang="en-US" dirty="0" smtClean="0"/>
              <a:t>平板效果</a:t>
            </a:r>
            <a:endParaRPr lang="zh-CN" altLang="en-US" dirty="0"/>
          </a:p>
        </p:txBody>
      </p:sp>
      <p:pic>
        <p:nvPicPr>
          <p:cNvPr id="10" name="图片 9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723" y="798696"/>
            <a:ext cx="2575783" cy="3612193"/>
          </a:xfrm>
          <a:prstGeom prst="rect">
            <a:avLst/>
          </a:prstGeom>
        </p:spPr>
      </p:pic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915" y="573855"/>
            <a:ext cx="4717189" cy="2297531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915" y="3155622"/>
            <a:ext cx="4717189" cy="2270957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2939753" y="2358639"/>
            <a:ext cx="239283" cy="2499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43642" y="4605418"/>
            <a:ext cx="57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(a)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324172" y="4606183"/>
            <a:ext cx="769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(b)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663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200</Words>
  <Application>Microsoft Office PowerPoint</Application>
  <PresentationFormat>宽屏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第四章作业</vt:lpstr>
      <vt:lpstr>作业请独立完成，项目名和类名中嵌入各人姓名缩写</vt:lpstr>
      <vt:lpstr>PowerPoint 演示文稿</vt:lpstr>
    </vt:vector>
  </TitlesOfParts>
  <Company>zjgsu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第三章作业</dc:title>
  <dc:creator>Microsoft 帐户</dc:creator>
  <cp:lastModifiedBy>Microsoft 帐户</cp:lastModifiedBy>
  <cp:revision>14</cp:revision>
  <dcterms:created xsi:type="dcterms:W3CDTF">2017-10-11T12:32:43Z</dcterms:created>
  <dcterms:modified xsi:type="dcterms:W3CDTF">2017-10-18T08:22:00Z</dcterms:modified>
</cp:coreProperties>
</file>