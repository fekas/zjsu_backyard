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845202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3687675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434752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3450943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402180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2552746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355476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1453314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3104337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914099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A6D46B9-03D5-4F1A-8CA4-D493DC609633}" type="datetimeFigureOut">
              <a:rPr lang="zh-CN" altLang="en-US" smtClean="0"/>
              <a:t>2017/11/1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4039583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6D46B9-03D5-4F1A-8CA4-D493DC609633}" type="datetimeFigureOut">
              <a:rPr lang="zh-CN" altLang="en-US" smtClean="0"/>
              <a:t>2017/11/1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0276C-E5A0-4E97-95D1-7327098402F5}" type="slidenum">
              <a:rPr lang="zh-CN" altLang="en-US" smtClean="0"/>
              <a:t>‹#›</a:t>
            </a:fld>
            <a:endParaRPr lang="zh-CN" altLang="en-US"/>
          </a:p>
        </p:txBody>
      </p:sp>
    </p:spTree>
    <p:extLst>
      <p:ext uri="{BB962C8B-B14F-4D97-AF65-F5344CB8AC3E}">
        <p14:creationId xmlns:p14="http://schemas.microsoft.com/office/powerpoint/2010/main" val="2377193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2.xml"/><Relationship Id="rId4" Type="http://schemas.openxmlformats.org/officeDocument/2006/relationships/image" Target="../media/image3.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6</a:t>
            </a:r>
            <a:r>
              <a:rPr lang="zh-CN" altLang="en-US" dirty="0" smtClean="0"/>
              <a:t>章</a:t>
            </a:r>
            <a:r>
              <a:rPr lang="zh-CN" altLang="en-US" dirty="0" smtClean="0"/>
              <a:t>作业</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841479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作业请独立完成，项目名和类名中嵌入各人姓名缩写</a:t>
            </a:r>
            <a:endParaRPr lang="zh-CN" altLang="en-US" dirty="0"/>
          </a:p>
        </p:txBody>
      </p:sp>
      <p:sp>
        <p:nvSpPr>
          <p:cNvPr id="3" name="内容占位符 2"/>
          <p:cNvSpPr>
            <a:spLocks noGrp="1"/>
          </p:cNvSpPr>
          <p:nvPr>
            <p:ph idx="1"/>
          </p:nvPr>
        </p:nvSpPr>
        <p:spPr/>
        <p:txBody>
          <a:bodyPr>
            <a:normAutofit/>
          </a:bodyPr>
          <a:lstStyle/>
          <a:p>
            <a:r>
              <a:rPr lang="zh-CN" altLang="en-US" dirty="0" smtClean="0"/>
              <a:t>创建一个工程，</a:t>
            </a:r>
            <a:r>
              <a:rPr lang="zh-CN" altLang="en-US" dirty="0" smtClean="0"/>
              <a:t>工程的主活动包含</a:t>
            </a:r>
            <a:r>
              <a:rPr lang="zh-CN" altLang="en-US" dirty="0" smtClean="0"/>
              <a:t>三</a:t>
            </a:r>
            <a:r>
              <a:rPr lang="zh-CN" altLang="en-US" dirty="0" smtClean="0"/>
              <a:t>个按钮， 点击第一个按钮</a:t>
            </a:r>
            <a:r>
              <a:rPr lang="en-US" altLang="zh-CN" dirty="0" smtClean="0"/>
              <a:t>Create database</a:t>
            </a:r>
            <a:r>
              <a:rPr lang="zh-CN" altLang="en-US" dirty="0" smtClean="0"/>
              <a:t>创建一个</a:t>
            </a:r>
            <a:r>
              <a:rPr lang="en-US" altLang="zh-CN" dirty="0" err="1" smtClean="0"/>
              <a:t>School.db</a:t>
            </a:r>
            <a:r>
              <a:rPr lang="en-US" altLang="zh-CN" dirty="0" smtClean="0"/>
              <a:t>, </a:t>
            </a:r>
            <a:r>
              <a:rPr lang="zh-CN" altLang="en-US" dirty="0" smtClean="0"/>
              <a:t>数据库中包含一张</a:t>
            </a:r>
            <a:r>
              <a:rPr lang="en-US" altLang="zh-CN" dirty="0" smtClean="0"/>
              <a:t>Student</a:t>
            </a:r>
            <a:r>
              <a:rPr lang="zh-CN" altLang="en-US" dirty="0" smtClean="0"/>
              <a:t>学生表，表中有五个字段： 学号，姓名，学院，年龄，电话。数据库操作用</a:t>
            </a:r>
            <a:r>
              <a:rPr lang="en-US" altLang="zh-CN" dirty="0" err="1" smtClean="0"/>
              <a:t>LitePal</a:t>
            </a:r>
            <a:r>
              <a:rPr lang="zh-CN" altLang="en-US" dirty="0" smtClean="0"/>
              <a:t>实现。</a:t>
            </a:r>
            <a:endParaRPr lang="en-US" altLang="zh-CN" dirty="0" smtClean="0"/>
          </a:p>
          <a:p>
            <a:r>
              <a:rPr lang="zh-CN" altLang="en-US" dirty="0" smtClean="0"/>
              <a:t>点击第二个按钮</a:t>
            </a:r>
            <a:r>
              <a:rPr lang="en-US" altLang="zh-CN" dirty="0" smtClean="0"/>
              <a:t>Add data, </a:t>
            </a:r>
            <a:r>
              <a:rPr lang="zh-CN" altLang="en-US" dirty="0" smtClean="0"/>
              <a:t>跳转到插入记录界面（图</a:t>
            </a:r>
            <a:r>
              <a:rPr lang="en-US" altLang="zh-CN" dirty="0" smtClean="0"/>
              <a:t>1</a:t>
            </a:r>
            <a:r>
              <a:rPr lang="zh-CN" altLang="en-US" dirty="0" smtClean="0"/>
              <a:t>），在界面中填入数据后点插入按钮将数据添加入数据表后返回到主界面；</a:t>
            </a:r>
            <a:endParaRPr lang="en-US" altLang="zh-CN" dirty="0" smtClean="0"/>
          </a:p>
          <a:p>
            <a:r>
              <a:rPr lang="zh-CN" altLang="en-US" dirty="0" smtClean="0"/>
              <a:t>点击第三个按钮</a:t>
            </a:r>
            <a:r>
              <a:rPr lang="en-US" altLang="zh-CN" dirty="0" smtClean="0"/>
              <a:t>Query &amp; Revise data</a:t>
            </a:r>
            <a:r>
              <a:rPr lang="zh-CN" altLang="en-US" dirty="0" smtClean="0"/>
              <a:t>可查询全表并用</a:t>
            </a:r>
            <a:r>
              <a:rPr lang="en-US" altLang="zh-CN" dirty="0" err="1" smtClean="0"/>
              <a:t>ListView</a:t>
            </a:r>
            <a:r>
              <a:rPr lang="zh-CN" altLang="en-US" dirty="0" smtClean="0"/>
              <a:t>展示全表的前三个字段（图</a:t>
            </a:r>
            <a:r>
              <a:rPr lang="en-US" altLang="zh-CN" dirty="0" smtClean="0"/>
              <a:t>2</a:t>
            </a:r>
            <a:r>
              <a:rPr lang="zh-CN" altLang="en-US" dirty="0" smtClean="0"/>
              <a:t>），点击</a:t>
            </a:r>
            <a:r>
              <a:rPr lang="en-US" altLang="zh-CN" dirty="0" smtClean="0"/>
              <a:t>Item</a:t>
            </a:r>
            <a:r>
              <a:rPr lang="zh-CN" altLang="en-US" dirty="0" smtClean="0"/>
              <a:t>跳转到修改界面（图</a:t>
            </a:r>
            <a:r>
              <a:rPr lang="en-US" altLang="zh-CN" dirty="0" smtClean="0"/>
              <a:t>3</a:t>
            </a:r>
            <a:r>
              <a:rPr lang="zh-CN" altLang="en-US" smtClean="0"/>
              <a:t>），</a:t>
            </a:r>
            <a:r>
              <a:rPr lang="zh-CN" altLang="en-US" dirty="0" smtClean="0"/>
              <a:t>可修改学号之外的所有字段，点</a:t>
            </a:r>
            <a:r>
              <a:rPr lang="en-US" altLang="zh-CN" dirty="0" smtClean="0"/>
              <a:t>[</a:t>
            </a:r>
            <a:r>
              <a:rPr lang="zh-CN" altLang="en-US" dirty="0" smtClean="0"/>
              <a:t>修改</a:t>
            </a:r>
            <a:r>
              <a:rPr lang="en-US" altLang="zh-CN" dirty="0" smtClean="0"/>
              <a:t>]</a:t>
            </a:r>
            <a:r>
              <a:rPr lang="zh-CN" altLang="en-US" dirty="0" smtClean="0"/>
              <a:t>按钮确认修改并返回</a:t>
            </a:r>
            <a:r>
              <a:rPr lang="en-US" altLang="zh-CN" dirty="0" smtClean="0"/>
              <a:t>,</a:t>
            </a:r>
            <a:r>
              <a:rPr lang="zh-CN" altLang="en-US" dirty="0" smtClean="0"/>
              <a:t>点</a:t>
            </a:r>
            <a:r>
              <a:rPr lang="en-US" altLang="zh-CN" dirty="0" smtClean="0"/>
              <a:t>【</a:t>
            </a:r>
            <a:r>
              <a:rPr lang="zh-CN" altLang="en-US" dirty="0" smtClean="0"/>
              <a:t>删除</a:t>
            </a:r>
            <a:r>
              <a:rPr lang="en-US" altLang="zh-CN" dirty="0" smtClean="0"/>
              <a:t>】</a:t>
            </a:r>
            <a:r>
              <a:rPr lang="zh-CN" altLang="en-US" dirty="0" smtClean="0"/>
              <a:t>按钮则从数据表中删除该记录并返回上一个活动。</a:t>
            </a:r>
            <a:endParaRPr lang="en-US" altLang="zh-CN" dirty="0" smtClean="0"/>
          </a:p>
        </p:txBody>
      </p:sp>
    </p:spTree>
    <p:extLst>
      <p:ext uri="{BB962C8B-B14F-4D97-AF65-F5344CB8AC3E}">
        <p14:creationId xmlns:p14="http://schemas.microsoft.com/office/powerpoint/2010/main" val="2454005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857" y="2088139"/>
            <a:ext cx="2560542" cy="3040643"/>
          </a:xfrm>
          <a:prstGeom prst="rect">
            <a:avLst/>
          </a:prstGeom>
        </p:spPr>
      </p:pic>
      <p:pic>
        <p:nvPicPr>
          <p:cNvPr id="7" name="图片 6"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0845" y="2088139"/>
            <a:ext cx="2522439" cy="2004234"/>
          </a:xfrm>
          <a:prstGeom prst="rect">
            <a:avLst/>
          </a:prstGeom>
        </p:spPr>
      </p:pic>
      <p:pic>
        <p:nvPicPr>
          <p:cNvPr id="10" name="图片 9"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2730" y="2088139"/>
            <a:ext cx="2530059" cy="2789162"/>
          </a:xfrm>
          <a:prstGeom prst="rect">
            <a:avLst/>
          </a:prstGeom>
        </p:spPr>
      </p:pic>
      <p:sp>
        <p:nvSpPr>
          <p:cNvPr id="11" name="文本框 10"/>
          <p:cNvSpPr txBox="1"/>
          <p:nvPr/>
        </p:nvSpPr>
        <p:spPr>
          <a:xfrm>
            <a:off x="1692067" y="5349667"/>
            <a:ext cx="1649339" cy="369332"/>
          </a:xfrm>
          <a:prstGeom prst="rect">
            <a:avLst/>
          </a:prstGeom>
          <a:noFill/>
        </p:spPr>
        <p:txBody>
          <a:bodyPr wrap="square" rtlCol="0">
            <a:spAutoFit/>
          </a:bodyPr>
          <a:lstStyle/>
          <a:p>
            <a:r>
              <a:rPr lang="zh-CN" altLang="en-US" dirty="0" smtClean="0"/>
              <a:t>图</a:t>
            </a:r>
            <a:r>
              <a:rPr lang="en-US" altLang="zh-CN" dirty="0" smtClean="0"/>
              <a:t>1 </a:t>
            </a:r>
            <a:r>
              <a:rPr lang="zh-CN" altLang="en-US" dirty="0" smtClean="0"/>
              <a:t>插入界面</a:t>
            </a:r>
            <a:endParaRPr lang="zh-CN" altLang="en-US" dirty="0"/>
          </a:p>
        </p:txBody>
      </p:sp>
      <p:sp>
        <p:nvSpPr>
          <p:cNvPr id="12" name="文本框 11"/>
          <p:cNvSpPr txBox="1"/>
          <p:nvPr/>
        </p:nvSpPr>
        <p:spPr>
          <a:xfrm>
            <a:off x="4930923" y="4563454"/>
            <a:ext cx="1743342" cy="369332"/>
          </a:xfrm>
          <a:prstGeom prst="rect">
            <a:avLst/>
          </a:prstGeom>
          <a:noFill/>
        </p:spPr>
        <p:txBody>
          <a:bodyPr wrap="square" rtlCol="0">
            <a:spAutoFit/>
          </a:bodyPr>
          <a:lstStyle/>
          <a:p>
            <a:r>
              <a:rPr lang="zh-CN" altLang="en-US" dirty="0" smtClean="0"/>
              <a:t>图</a:t>
            </a:r>
            <a:r>
              <a:rPr lang="en-US" altLang="zh-CN" dirty="0" smtClean="0"/>
              <a:t>2 </a:t>
            </a:r>
            <a:r>
              <a:rPr lang="zh-CN" altLang="en-US" dirty="0" smtClean="0"/>
              <a:t>查询界面</a:t>
            </a:r>
            <a:endParaRPr lang="zh-CN" altLang="en-US" dirty="0"/>
          </a:p>
        </p:txBody>
      </p:sp>
      <p:sp>
        <p:nvSpPr>
          <p:cNvPr id="13" name="文本框 12"/>
          <p:cNvSpPr txBox="1"/>
          <p:nvPr/>
        </p:nvSpPr>
        <p:spPr>
          <a:xfrm>
            <a:off x="7838349" y="5104450"/>
            <a:ext cx="2298819" cy="369332"/>
          </a:xfrm>
          <a:prstGeom prst="rect">
            <a:avLst/>
          </a:prstGeom>
          <a:noFill/>
        </p:spPr>
        <p:txBody>
          <a:bodyPr wrap="square" rtlCol="0">
            <a:spAutoFit/>
          </a:bodyPr>
          <a:lstStyle/>
          <a:p>
            <a:r>
              <a:rPr lang="zh-CN" altLang="en-US" dirty="0" smtClean="0"/>
              <a:t>图</a:t>
            </a:r>
            <a:r>
              <a:rPr lang="en-US" altLang="zh-CN" dirty="0" smtClean="0"/>
              <a:t>3 </a:t>
            </a:r>
            <a:r>
              <a:rPr lang="zh-CN" altLang="en-US" dirty="0" smtClean="0"/>
              <a:t>修改及删除界面</a:t>
            </a:r>
            <a:endParaRPr lang="zh-CN" altLang="en-US" dirty="0"/>
          </a:p>
        </p:txBody>
      </p:sp>
    </p:spTree>
    <p:extLst>
      <p:ext uri="{BB962C8B-B14F-4D97-AF65-F5344CB8AC3E}">
        <p14:creationId xmlns:p14="http://schemas.microsoft.com/office/powerpoint/2010/main" val="34444717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206</Words>
  <Application>Microsoft Office PowerPoint</Application>
  <PresentationFormat>宽屏</PresentationFormat>
  <Paragraphs>8</Paragraphs>
  <Slides>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vt:i4>
      </vt:variant>
    </vt:vector>
  </HeadingPairs>
  <TitlesOfParts>
    <vt:vector size="8" baseType="lpstr">
      <vt:lpstr>宋体</vt:lpstr>
      <vt:lpstr>Arial</vt:lpstr>
      <vt:lpstr>Calibri</vt:lpstr>
      <vt:lpstr>Calibri Light</vt:lpstr>
      <vt:lpstr>Office 主题</vt:lpstr>
      <vt:lpstr>第6章作业</vt:lpstr>
      <vt:lpstr>作业请独立完成，项目名和类名中嵌入各人姓名缩写</vt:lpstr>
      <vt:lpstr>PowerPoint 演示文稿</vt:lpstr>
    </vt:vector>
  </TitlesOfParts>
  <Company>zjgsu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第5章作业</dc:title>
  <dc:creator>Microsoft 帐户</dc:creator>
  <cp:lastModifiedBy>Microsoft 帐户</cp:lastModifiedBy>
  <cp:revision>11</cp:revision>
  <dcterms:created xsi:type="dcterms:W3CDTF">2017-10-25T03:21:41Z</dcterms:created>
  <dcterms:modified xsi:type="dcterms:W3CDTF">2017-11-01T11:08:59Z</dcterms:modified>
</cp:coreProperties>
</file>