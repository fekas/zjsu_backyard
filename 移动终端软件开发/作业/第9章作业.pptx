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61"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8" d="100"/>
          <a:sy n="58" d="100"/>
        </p:scale>
        <p:origin x="36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A6D46B9-03D5-4F1A-8CA4-D493DC609633}" type="datetimeFigureOut">
              <a:rPr lang="zh-CN" altLang="en-US" smtClean="0"/>
              <a:t>2020/4/24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0276C-E5A0-4E97-95D1-7327098402F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6D46B9-03D5-4F1A-8CA4-D493DC609633}" type="datetimeFigureOut">
              <a:rPr lang="zh-CN" altLang="en-US" smtClean="0"/>
              <a:t>2020/4/24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10276C-E5A0-4E97-95D1-7327098402F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tm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a:t>
            </a:r>
            <a:r>
              <a:rPr lang="en-US" altLang="zh-CN" dirty="0"/>
              <a:t>9</a:t>
            </a:r>
            <a:r>
              <a:rPr lang="zh-CN" altLang="en-US" dirty="0"/>
              <a:t>章作业</a:t>
            </a:r>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作业请独立完成，项目名和类名中嵌入各人姓名缩写</a:t>
            </a:r>
          </a:p>
        </p:txBody>
      </p:sp>
      <p:sp>
        <p:nvSpPr>
          <p:cNvPr id="3" name="内容占位符 2"/>
          <p:cNvSpPr>
            <a:spLocks noGrp="1"/>
          </p:cNvSpPr>
          <p:nvPr>
            <p:ph idx="1"/>
          </p:nvPr>
        </p:nvSpPr>
        <p:spPr>
          <a:xfrm>
            <a:off x="838200" y="1825624"/>
            <a:ext cx="10515600" cy="5032375"/>
          </a:xfrm>
        </p:spPr>
        <p:txBody>
          <a:bodyPr>
            <a:normAutofit/>
          </a:bodyPr>
          <a:lstStyle/>
          <a:p>
            <a:r>
              <a:rPr lang="zh-CN" altLang="en-US" dirty="0"/>
              <a:t>创建一个工程，实现对服务端数据的增删查改，在</a:t>
            </a:r>
            <a:r>
              <a:rPr lang="zh-CN" altLang="en-US" dirty="0">
                <a:sym typeface="+mn-ea"/>
              </a:rPr>
              <a:t>服务端上</a:t>
            </a:r>
            <a:r>
              <a:rPr lang="zh-CN" altLang="en-US" dirty="0"/>
              <a:t>搭建数据库和</a:t>
            </a:r>
            <a:r>
              <a:rPr lang="en-US" altLang="zh-CN" dirty="0"/>
              <a:t>Web</a:t>
            </a:r>
            <a:r>
              <a:rPr lang="zh-CN" altLang="en-US" dirty="0"/>
              <a:t>服务</a:t>
            </a:r>
            <a:r>
              <a:rPr lang="zh-CN" dirty="0"/>
              <a:t>建立</a:t>
            </a:r>
            <a:r>
              <a:rPr lang="en-US" altLang="zh-CN" dirty="0"/>
              <a:t>Student</a:t>
            </a:r>
            <a:r>
              <a:rPr lang="zh-CN" altLang="en-US" dirty="0"/>
              <a:t>学生表，其中有六个字段： 学号，姓名，学院，年龄，电话，照片。（学号为自动增长整数）</a:t>
            </a:r>
            <a:endParaRPr lang="en-US" altLang="zh-CN" dirty="0"/>
          </a:p>
          <a:p>
            <a:r>
              <a:rPr lang="zh-CN" altLang="en-US" dirty="0"/>
              <a:t>工程界面上有两个按钮，点击第一个按钮</a:t>
            </a:r>
            <a:r>
              <a:rPr lang="en-US" altLang="zh-CN" dirty="0"/>
              <a:t>Add data, </a:t>
            </a:r>
            <a:r>
              <a:rPr lang="zh-CN" altLang="en-US" dirty="0"/>
              <a:t>跳转到插入记录界面（图</a:t>
            </a:r>
            <a:r>
              <a:rPr lang="en-US" altLang="zh-CN" dirty="0"/>
              <a:t>1</a:t>
            </a:r>
            <a:r>
              <a:rPr lang="zh-CN" altLang="en-US" dirty="0"/>
              <a:t>），在界面中填入数据后点插入按钮将数据添加入数据表后返回到主界面；</a:t>
            </a:r>
            <a:endParaRPr lang="en-US" altLang="zh-CN" dirty="0"/>
          </a:p>
          <a:p>
            <a:r>
              <a:rPr lang="zh-CN" altLang="en-US" dirty="0"/>
              <a:t>点击第二个按钮</a:t>
            </a:r>
            <a:r>
              <a:rPr lang="en-US" altLang="zh-CN" dirty="0"/>
              <a:t>Query &amp; Revise data</a:t>
            </a:r>
            <a:r>
              <a:rPr lang="zh-CN" altLang="en-US" dirty="0"/>
              <a:t>可查询全表并用</a:t>
            </a:r>
            <a:r>
              <a:rPr lang="en-US" altLang="zh-CN" dirty="0" err="1"/>
              <a:t>ListView</a:t>
            </a:r>
            <a:r>
              <a:rPr lang="zh-CN" altLang="en-US" dirty="0"/>
              <a:t>展示全表的前三个字段（图</a:t>
            </a:r>
            <a:r>
              <a:rPr lang="en-US" altLang="zh-CN" dirty="0"/>
              <a:t>2</a:t>
            </a:r>
            <a:r>
              <a:rPr lang="zh-CN" altLang="en-US" dirty="0"/>
              <a:t>），点击</a:t>
            </a:r>
            <a:r>
              <a:rPr lang="en-US" altLang="zh-CN" dirty="0"/>
              <a:t>Item</a:t>
            </a:r>
            <a:r>
              <a:rPr lang="zh-CN" altLang="en-US" dirty="0"/>
              <a:t>跳转到修改界面（图</a:t>
            </a:r>
            <a:r>
              <a:rPr lang="en-US" altLang="zh-CN" dirty="0"/>
              <a:t>3</a:t>
            </a:r>
            <a:r>
              <a:rPr lang="zh-CN" altLang="en-US" dirty="0"/>
              <a:t>），可修改学号之外的所有字段，点</a:t>
            </a:r>
            <a:r>
              <a:rPr lang="en-US" altLang="zh-CN" dirty="0"/>
              <a:t>[</a:t>
            </a:r>
            <a:r>
              <a:rPr lang="zh-CN" altLang="en-US" dirty="0"/>
              <a:t>修改</a:t>
            </a:r>
            <a:r>
              <a:rPr lang="en-US" altLang="zh-CN" dirty="0"/>
              <a:t>]</a:t>
            </a:r>
            <a:r>
              <a:rPr lang="zh-CN" altLang="en-US" dirty="0"/>
              <a:t>按钮确认修改并返回</a:t>
            </a:r>
            <a:r>
              <a:rPr lang="en-US" altLang="zh-CN" dirty="0"/>
              <a:t>,</a:t>
            </a:r>
            <a:r>
              <a:rPr lang="zh-CN" altLang="en-US" dirty="0"/>
              <a:t>点</a:t>
            </a:r>
            <a:r>
              <a:rPr lang="en-US" altLang="zh-CN" dirty="0"/>
              <a:t>【</a:t>
            </a:r>
            <a:r>
              <a:rPr lang="zh-CN" altLang="en-US" dirty="0"/>
              <a:t>删除</a:t>
            </a:r>
            <a:r>
              <a:rPr lang="en-US" altLang="zh-CN" dirty="0"/>
              <a:t>】</a:t>
            </a:r>
            <a:r>
              <a:rPr lang="zh-CN" altLang="en-US" dirty="0"/>
              <a:t>按钮则从数据表中删除该记录并返回上一个活动。</a:t>
            </a:r>
            <a:endParaRPr lang="en-US" altLang="zh-CN" dirty="0"/>
          </a:p>
          <a:p>
            <a:pPr marL="0" indent="0">
              <a:buNone/>
            </a:pP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845" y="2088139"/>
            <a:ext cx="2522439" cy="2004234"/>
          </a:xfrm>
          <a:prstGeom prst="rect">
            <a:avLst/>
          </a:prstGeom>
        </p:spPr>
      </p:pic>
      <p:sp>
        <p:nvSpPr>
          <p:cNvPr id="11" name="文本框 10"/>
          <p:cNvSpPr txBox="1"/>
          <p:nvPr/>
        </p:nvSpPr>
        <p:spPr>
          <a:xfrm>
            <a:off x="1692067" y="5349667"/>
            <a:ext cx="1649339" cy="369332"/>
          </a:xfrm>
          <a:prstGeom prst="rect">
            <a:avLst/>
          </a:prstGeom>
          <a:noFill/>
        </p:spPr>
        <p:txBody>
          <a:bodyPr wrap="square" rtlCol="0">
            <a:spAutoFit/>
          </a:bodyPr>
          <a:lstStyle/>
          <a:p>
            <a:r>
              <a:rPr lang="zh-CN" altLang="en-US" dirty="0"/>
              <a:t>图</a:t>
            </a:r>
            <a:r>
              <a:rPr lang="en-US" altLang="zh-CN" dirty="0"/>
              <a:t>1 </a:t>
            </a:r>
            <a:r>
              <a:rPr lang="zh-CN" altLang="en-US" dirty="0"/>
              <a:t>插入界面</a:t>
            </a:r>
          </a:p>
        </p:txBody>
      </p:sp>
      <p:sp>
        <p:nvSpPr>
          <p:cNvPr id="12" name="文本框 11"/>
          <p:cNvSpPr txBox="1"/>
          <p:nvPr/>
        </p:nvSpPr>
        <p:spPr>
          <a:xfrm>
            <a:off x="4930923" y="4563454"/>
            <a:ext cx="1743342" cy="369332"/>
          </a:xfrm>
          <a:prstGeom prst="rect">
            <a:avLst/>
          </a:prstGeom>
          <a:noFill/>
        </p:spPr>
        <p:txBody>
          <a:bodyPr wrap="square" rtlCol="0">
            <a:spAutoFit/>
          </a:bodyPr>
          <a:lstStyle/>
          <a:p>
            <a:r>
              <a:rPr lang="zh-CN" altLang="en-US" dirty="0"/>
              <a:t>图</a:t>
            </a:r>
            <a:r>
              <a:rPr lang="en-US" altLang="zh-CN" dirty="0"/>
              <a:t>2 </a:t>
            </a:r>
            <a:r>
              <a:rPr lang="zh-CN" altLang="en-US" dirty="0"/>
              <a:t>查询界面</a:t>
            </a:r>
          </a:p>
        </p:txBody>
      </p:sp>
      <p:sp>
        <p:nvSpPr>
          <p:cNvPr id="13" name="文本框 12"/>
          <p:cNvSpPr txBox="1"/>
          <p:nvPr/>
        </p:nvSpPr>
        <p:spPr>
          <a:xfrm>
            <a:off x="8115165" y="5718999"/>
            <a:ext cx="2298819" cy="369332"/>
          </a:xfrm>
          <a:prstGeom prst="rect">
            <a:avLst/>
          </a:prstGeom>
          <a:noFill/>
        </p:spPr>
        <p:txBody>
          <a:bodyPr wrap="square" rtlCol="0">
            <a:spAutoFit/>
          </a:bodyPr>
          <a:lstStyle/>
          <a:p>
            <a:r>
              <a:rPr lang="zh-CN" altLang="en-US" dirty="0"/>
              <a:t>图</a:t>
            </a:r>
            <a:r>
              <a:rPr lang="en-US" altLang="zh-CN" dirty="0"/>
              <a:t>3 </a:t>
            </a:r>
            <a:r>
              <a:rPr lang="zh-CN" altLang="en-US" dirty="0"/>
              <a:t>修改及删除界面</a:t>
            </a:r>
          </a:p>
        </p:txBody>
      </p:sp>
      <p:pic>
        <p:nvPicPr>
          <p:cNvPr id="14" name="图片 13">
            <a:extLst>
              <a:ext uri="{FF2B5EF4-FFF2-40B4-BE49-F238E27FC236}">
                <a16:creationId xmlns:a16="http://schemas.microsoft.com/office/drawing/2014/main" id="{AFAEF54E-0D72-4A42-8585-414750AFAC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057" y="446381"/>
            <a:ext cx="2874872" cy="4301739"/>
          </a:xfrm>
          <a:prstGeom prst="rect">
            <a:avLst/>
          </a:prstGeom>
        </p:spPr>
      </p:pic>
      <p:pic>
        <p:nvPicPr>
          <p:cNvPr id="9" name="图片 8">
            <a:extLst>
              <a:ext uri="{FF2B5EF4-FFF2-40B4-BE49-F238E27FC236}">
                <a16:creationId xmlns:a16="http://schemas.microsoft.com/office/drawing/2014/main" id="{395DBB83-F8A9-4F17-B82B-9FF536103F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9854" y="497727"/>
            <a:ext cx="3021416" cy="51850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A0C3833-4C08-4A03-9D24-F17FFB26450E}"/>
              </a:ext>
            </a:extLst>
          </p:cNvPr>
          <p:cNvSpPr>
            <a:spLocks noGrp="1"/>
          </p:cNvSpPr>
          <p:nvPr>
            <p:ph idx="1"/>
          </p:nvPr>
        </p:nvSpPr>
        <p:spPr>
          <a:xfrm>
            <a:off x="307157" y="590329"/>
            <a:ext cx="5788843" cy="5677342"/>
          </a:xfrm>
        </p:spPr>
        <p:txBody>
          <a:bodyPr/>
          <a:lstStyle/>
          <a:p>
            <a:pPr marL="0" indent="0">
              <a:buNone/>
            </a:pPr>
            <a:r>
              <a:rPr lang="zh-CN" altLang="en-US" dirty="0"/>
              <a:t>表格字段</a:t>
            </a:r>
            <a:r>
              <a:rPr lang="zh-CN" altLang="en-US"/>
              <a:t>与结构统一如下</a:t>
            </a:r>
            <a:endParaRPr lang="en-US" altLang="zh-CN" dirty="0"/>
          </a:p>
          <a:p>
            <a:pPr marL="0" indent="0">
              <a:buNone/>
            </a:pPr>
            <a:r>
              <a:rPr lang="en-US" altLang="zh-CN" dirty="0"/>
              <a:t>Student:</a:t>
            </a:r>
          </a:p>
          <a:p>
            <a:pPr marL="0" indent="0">
              <a:buNone/>
            </a:pPr>
            <a:r>
              <a:rPr lang="en-US" altLang="zh-CN" dirty="0"/>
              <a:t> id int auto increment</a:t>
            </a:r>
          </a:p>
          <a:p>
            <a:pPr marL="0" indent="0">
              <a:buNone/>
            </a:pPr>
            <a:r>
              <a:rPr lang="en-US" altLang="zh-CN" dirty="0"/>
              <a:t>Name char(20),</a:t>
            </a:r>
          </a:p>
          <a:p>
            <a:pPr marL="0" indent="0">
              <a:buNone/>
            </a:pPr>
            <a:r>
              <a:rPr lang="en-US" altLang="zh-CN" dirty="0"/>
              <a:t>College varchar(20),</a:t>
            </a:r>
          </a:p>
          <a:p>
            <a:pPr marL="0" indent="0">
              <a:buNone/>
            </a:pPr>
            <a:r>
              <a:rPr lang="en-US" altLang="zh-CN" dirty="0"/>
              <a:t>Age int,</a:t>
            </a:r>
          </a:p>
          <a:p>
            <a:pPr marL="0" indent="0">
              <a:buNone/>
            </a:pPr>
            <a:r>
              <a:rPr lang="en-US" altLang="zh-CN" dirty="0"/>
              <a:t>Tel char(20),</a:t>
            </a:r>
          </a:p>
          <a:p>
            <a:pPr marL="0" indent="0">
              <a:buNone/>
            </a:pPr>
            <a:r>
              <a:rPr lang="en-US" altLang="zh-CN" dirty="0"/>
              <a:t>Photo varchar(30)    (</a:t>
            </a:r>
            <a:r>
              <a:rPr lang="zh-CN" altLang="en-US" dirty="0"/>
              <a:t>存储照片文件名）</a:t>
            </a:r>
            <a:endParaRPr lang="en-US" altLang="zh-CN" dirty="0"/>
          </a:p>
          <a:p>
            <a:pPr marL="0" indent="0">
              <a:buNone/>
            </a:pPr>
            <a:endParaRPr lang="zh-CN" altLang="en-US" dirty="0"/>
          </a:p>
          <a:p>
            <a:pPr marL="0" indent="0">
              <a:buNone/>
            </a:pPr>
            <a:endParaRPr lang="zh-CN" altLang="en-US" dirty="0"/>
          </a:p>
        </p:txBody>
      </p:sp>
      <p:sp>
        <p:nvSpPr>
          <p:cNvPr id="4" name="内容占位符 2">
            <a:extLst>
              <a:ext uri="{FF2B5EF4-FFF2-40B4-BE49-F238E27FC236}">
                <a16:creationId xmlns:a16="http://schemas.microsoft.com/office/drawing/2014/main" id="{7ACC5C48-88CB-4002-8C6C-9A3C022FB06C}"/>
              </a:ext>
            </a:extLst>
          </p:cNvPr>
          <p:cNvSpPr txBox="1">
            <a:spLocks/>
          </p:cNvSpPr>
          <p:nvPr/>
        </p:nvSpPr>
        <p:spPr>
          <a:xfrm>
            <a:off x="6257041" y="459924"/>
            <a:ext cx="5788843" cy="639807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Web service </a:t>
            </a:r>
            <a:r>
              <a:rPr lang="zh-CN" altLang="en-US" dirty="0"/>
              <a:t>接口方法与参数的类型和名称统一如下：</a:t>
            </a:r>
          </a:p>
          <a:p>
            <a:pPr marL="0" indent="0">
              <a:buFont typeface="Arial" panose="020B0604020202020204" pitchFamily="34" charset="0"/>
              <a:buNone/>
            </a:pPr>
            <a:endParaRPr lang="en-US" altLang="zh-CN" dirty="0"/>
          </a:p>
          <a:p>
            <a:pPr marL="0" indent="0">
              <a:buNone/>
            </a:pPr>
            <a:r>
              <a:rPr lang="zh-CN" altLang="en-US" dirty="0"/>
              <a:t>查询：无参数，返回</a:t>
            </a:r>
            <a:r>
              <a:rPr lang="en-US" altLang="zh-CN" dirty="0" err="1"/>
              <a:t>DataSet</a:t>
            </a:r>
            <a:endParaRPr lang="en-US" altLang="zh-CN" dirty="0"/>
          </a:p>
          <a:p>
            <a:pPr marL="0" indent="0">
              <a:buNone/>
            </a:pPr>
            <a:r>
              <a:rPr lang="en-US" altLang="zh-CN" dirty="0"/>
              <a:t>public </a:t>
            </a:r>
            <a:r>
              <a:rPr lang="en-US" altLang="zh-CN" dirty="0" err="1"/>
              <a:t>DataSet</a:t>
            </a:r>
            <a:r>
              <a:rPr lang="en-US" altLang="zh-CN" dirty="0"/>
              <a:t> </a:t>
            </a:r>
            <a:r>
              <a:rPr lang="en-US" altLang="zh-CN" dirty="0" err="1"/>
              <a:t>readStudents</a:t>
            </a:r>
            <a:r>
              <a:rPr lang="en-US" altLang="zh-CN" dirty="0"/>
              <a:t>();</a:t>
            </a:r>
          </a:p>
          <a:p>
            <a:pPr marL="0" indent="0">
              <a:buNone/>
            </a:pPr>
            <a:r>
              <a:rPr lang="zh-CN" altLang="en-US" dirty="0"/>
              <a:t>更新：</a:t>
            </a:r>
            <a:endParaRPr lang="en-US" altLang="zh-CN" dirty="0"/>
          </a:p>
          <a:p>
            <a:pPr marL="0" indent="0">
              <a:buNone/>
            </a:pPr>
            <a:r>
              <a:rPr lang="en-US" altLang="zh-CN" dirty="0"/>
              <a:t> public bool </a:t>
            </a:r>
            <a:r>
              <a:rPr lang="en-US" altLang="zh-CN" dirty="0" err="1"/>
              <a:t>updateStudent</a:t>
            </a:r>
            <a:r>
              <a:rPr lang="en-US" altLang="zh-CN" dirty="0"/>
              <a:t>(int id, String name, </a:t>
            </a:r>
            <a:r>
              <a:rPr lang="en-US" altLang="zh-CN" dirty="0" err="1"/>
              <a:t>Sring</a:t>
            </a:r>
            <a:r>
              <a:rPr lang="en-US" altLang="zh-CN" dirty="0"/>
              <a:t> college, int </a:t>
            </a:r>
            <a:r>
              <a:rPr lang="en-US" altLang="zh-CN" dirty="0" err="1"/>
              <a:t>age,String</a:t>
            </a:r>
            <a:r>
              <a:rPr lang="en-US" altLang="zh-CN" dirty="0"/>
              <a:t> </a:t>
            </a:r>
            <a:r>
              <a:rPr lang="en-US" altLang="zh-CN" dirty="0" err="1"/>
              <a:t>tel</a:t>
            </a:r>
            <a:r>
              <a:rPr lang="en-US" altLang="zh-CN" dirty="0"/>
              <a:t>, String photo)</a:t>
            </a:r>
          </a:p>
          <a:p>
            <a:pPr marL="0" indent="0">
              <a:buNone/>
            </a:pPr>
            <a:r>
              <a:rPr lang="zh-CN" altLang="en-US" dirty="0"/>
              <a:t>删除：</a:t>
            </a:r>
            <a:endParaRPr lang="en-US" altLang="zh-CN" dirty="0"/>
          </a:p>
          <a:p>
            <a:pPr marL="0" indent="0">
              <a:buNone/>
            </a:pPr>
            <a:r>
              <a:rPr lang="en-US" altLang="zh-CN" dirty="0"/>
              <a:t>public bool </a:t>
            </a:r>
            <a:r>
              <a:rPr lang="en-US" altLang="zh-CN" dirty="0" err="1"/>
              <a:t>deleteStudent</a:t>
            </a:r>
            <a:r>
              <a:rPr lang="en-US" altLang="zh-CN" dirty="0"/>
              <a:t>(int id);</a:t>
            </a:r>
          </a:p>
          <a:p>
            <a:pPr marL="0" indent="0">
              <a:buNone/>
            </a:pPr>
            <a:r>
              <a:rPr lang="zh-CN" altLang="en-US" dirty="0"/>
              <a:t>插入：</a:t>
            </a:r>
            <a:endParaRPr lang="en-US" altLang="zh-CN" dirty="0"/>
          </a:p>
          <a:p>
            <a:pPr marL="0" indent="0">
              <a:buNone/>
            </a:pPr>
            <a:r>
              <a:rPr lang="en-US" altLang="zh-CN" dirty="0"/>
              <a:t> public bool </a:t>
            </a:r>
            <a:r>
              <a:rPr lang="en-US" altLang="zh-CN" dirty="0" err="1"/>
              <a:t>insertStudent</a:t>
            </a:r>
            <a:r>
              <a:rPr lang="en-US" altLang="zh-CN" dirty="0"/>
              <a:t>(String name, String college, int </a:t>
            </a:r>
            <a:r>
              <a:rPr lang="en-US" altLang="zh-CN" dirty="0" err="1"/>
              <a:t>age,String</a:t>
            </a:r>
            <a:r>
              <a:rPr lang="en-US" altLang="zh-CN" dirty="0"/>
              <a:t> </a:t>
            </a:r>
            <a:r>
              <a:rPr lang="en-US" altLang="zh-CN" dirty="0" err="1"/>
              <a:t>tel</a:t>
            </a:r>
            <a:r>
              <a:rPr lang="en-US" altLang="zh-CN" dirty="0"/>
              <a:t>, String photo);</a:t>
            </a:r>
          </a:p>
          <a:p>
            <a:pPr marL="0" indent="0">
              <a:buNone/>
            </a:pPr>
            <a:r>
              <a:rPr lang="en-US" altLang="zh-CN" dirty="0"/>
              <a:t> </a:t>
            </a:r>
          </a:p>
          <a:p>
            <a:pPr marL="0" indent="0">
              <a:buNone/>
            </a:pPr>
            <a:r>
              <a:rPr lang="en-US" altLang="zh-CN" dirty="0"/>
              <a:t> </a:t>
            </a:r>
            <a:endParaRPr lang="zh-CN" altLang="en-US" dirty="0"/>
          </a:p>
          <a:p>
            <a:pPr marL="0" indent="0">
              <a:buFont typeface="Arial" panose="020B0604020202020204" pitchFamily="34" charset="0"/>
              <a:buNone/>
            </a:pPr>
            <a:endParaRPr lang="zh-CN" altLang="en-US" dirty="0"/>
          </a:p>
        </p:txBody>
      </p:sp>
    </p:spTree>
    <p:extLst>
      <p:ext uri="{BB962C8B-B14F-4D97-AF65-F5344CB8AC3E}">
        <p14:creationId xmlns:p14="http://schemas.microsoft.com/office/powerpoint/2010/main" val="204537883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332</Words>
  <Application>Microsoft Office PowerPoint</Application>
  <PresentationFormat>宽屏</PresentationFormat>
  <Paragraphs>28</Paragraphs>
  <Slides>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Arial</vt:lpstr>
      <vt:lpstr>Calibri</vt:lpstr>
      <vt:lpstr>Calibri Light</vt:lpstr>
      <vt:lpstr>Office 主题</vt:lpstr>
      <vt:lpstr>第9章作业</vt:lpstr>
      <vt:lpstr>作业请独立完成，项目名和类名中嵌入各人姓名缩写</vt:lpstr>
      <vt:lpstr>PowerPoint 演示文稿</vt:lpstr>
      <vt:lpstr>PowerPoint 演示文稿</vt:lpstr>
    </vt:vector>
  </TitlesOfParts>
  <Company>zjgsu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第5章作业</dc:title>
  <dc:creator>Microsoft 帐户</dc:creator>
  <cp:lastModifiedBy>zlq_26@163.com</cp:lastModifiedBy>
  <cp:revision>40</cp:revision>
  <dcterms:created xsi:type="dcterms:W3CDTF">2017-10-25T03:21:00Z</dcterms:created>
  <dcterms:modified xsi:type="dcterms:W3CDTF">2020-04-24T01:44:43Z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2052-11.1.0.8612</vt:lpwstr>
  </property>
</Properties>
</file>